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9" r:id="rId4"/>
    <p:sldId id="270" r:id="rId5"/>
    <p:sldId id="271" r:id="rId6"/>
    <p:sldId id="259" r:id="rId7"/>
    <p:sldId id="272" r:id="rId8"/>
    <p:sldId id="266" r:id="rId9"/>
    <p:sldId id="273" r:id="rId10"/>
    <p:sldId id="274" r:id="rId11"/>
    <p:sldId id="276" r:id="rId12"/>
    <p:sldId id="277" r:id="rId13"/>
    <p:sldId id="27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448" y="652145"/>
            <a:ext cx="9163372" cy="231648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Operating system and system programming (25CS2104E)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</a:rPr>
              <a:t>Multithreaded Linux Application Using POSIX Threads and Mutexes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0015" y="4846321"/>
            <a:ext cx="5384800" cy="191389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Team Members:</a:t>
            </a:r>
          </a:p>
          <a:p>
            <a:r>
              <a:rPr lang="en-US" sz="1800" dirty="0">
                <a:solidFill>
                  <a:srgbClr val="002060"/>
                </a:solidFill>
              </a:rPr>
              <a:t>S Svara Haasini – 2520090170</a:t>
            </a:r>
          </a:p>
          <a:p>
            <a:r>
              <a:rPr lang="en-US" sz="1800" dirty="0">
                <a:solidFill>
                  <a:srgbClr val="002060"/>
                </a:solidFill>
              </a:rPr>
              <a:t>B Sudharshini – 2520090227</a:t>
            </a:r>
          </a:p>
          <a:p>
            <a:r>
              <a:rPr lang="en-US" sz="1800" dirty="0">
                <a:solidFill>
                  <a:srgbClr val="002060"/>
                </a:solidFill>
              </a:rPr>
              <a:t>Sumanjali – 2520090190</a:t>
            </a:r>
          </a:p>
          <a:p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Mr. M. Raghupathi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CSE Department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377272" y="3596988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Review-I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6040" y="16002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sz="2200">
                <a:solidFill>
                  <a:srgbClr val="000000"/>
                </a:solidFill>
                <a:latin typeface="Calibri"/>
              </a:rPr>
              <a:t>Modern multi-core systems rely on concurrent execution for efficiency and responsiveness, but when multiple threads within a process access shared resources at the same time, it can cause race conditions and inconsistent results. This is a key challenge in Operating Systems, since threads share the same memory space and, without proper synchronization, can corrupt shared data. This project addresses this by developing a multithreaded Linux application using POSIX threads (Pthreads) for concurrent execution and mutex locks to synchronize access to critical sections, ensuring correctness and thread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FE559BE-24A9-DD17-5994-3CA0917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6040" y="1554480"/>
            <a:ext cx="8869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000000"/>
                </a:solidFill>
                <a:latin typeface="Calibri"/>
              </a:rPr>
              <a:t>Modern applications increasingly rely on concurrent execution to use multi-core processors efficiently and stay responsive.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000000"/>
                </a:solidFill>
                <a:latin typeface="Calibri"/>
              </a:rPr>
              <a:t>When several threads within the same process access shared resources simultaneously, it can cause race conditions and data inconsistency.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000000"/>
                </a:solidFill>
                <a:latin typeface="Calibri"/>
              </a:rPr>
              <a:t>Threads share the address space, memory and file descriptors of their parent process — a fundamental OS/Systems Programming challenge.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000000"/>
                </a:solidFill>
                <a:latin typeface="Calibri"/>
              </a:rPr>
              <a:t>Without synchronization mechanisms such as </a:t>
            </a:r>
            <a:r>
              <a:rPr sz="1800" dirty="0" err="1">
                <a:solidFill>
                  <a:srgbClr val="000000"/>
                </a:solidFill>
                <a:latin typeface="Calibri"/>
              </a:rPr>
              <a:t>mutexes</a:t>
            </a:r>
            <a:r>
              <a:rPr sz="1800" dirty="0">
                <a:solidFill>
                  <a:srgbClr val="000000"/>
                </a:solidFill>
                <a:latin typeface="Calibri"/>
              </a:rPr>
              <a:t>, concurrent access to shared data can corrupt results and crash the application.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dirty="0">
                <a:solidFill>
                  <a:srgbClr val="000000"/>
                </a:solidFill>
                <a:latin typeface="Calibri"/>
              </a:rPr>
              <a:t>This project designs and implements a multithreaded Linux application using </a:t>
            </a:r>
            <a:r>
              <a:rPr sz="1800" dirty="0" err="1">
                <a:solidFill>
                  <a:srgbClr val="000000"/>
                </a:solidFill>
                <a:latin typeface="Calibri"/>
              </a:rPr>
              <a:t>Pthreads</a:t>
            </a:r>
            <a:r>
              <a:rPr sz="1800" dirty="0">
                <a:solidFill>
                  <a:srgbClr val="000000"/>
                </a:solidFill>
                <a:latin typeface="Calibri"/>
              </a:rPr>
              <a:t> for concurrency and </a:t>
            </a:r>
            <a:r>
              <a:rPr sz="1800" dirty="0" err="1">
                <a:solidFill>
                  <a:srgbClr val="000000"/>
                </a:solidFill>
                <a:latin typeface="Calibri"/>
              </a:rPr>
              <a:t>mutex</a:t>
            </a:r>
            <a:r>
              <a:rPr sz="1800" dirty="0">
                <a:solidFill>
                  <a:srgbClr val="000000"/>
                </a:solidFill>
                <a:latin typeface="Calibri"/>
              </a:rPr>
              <a:t> locks for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6040" y="164592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25000"/>
              </a:lnSpc>
              <a:spcAft>
                <a:spcPts val="1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Understand and apply the concept of multithreading in a Linux environment using the POSIX Threads (Pthreads) library.</a:t>
            </a:r>
          </a:p>
          <a:p>
            <a:pPr marL="228600" indent="-228600" algn="l">
              <a:lnSpc>
                <a:spcPct val="125000"/>
              </a:lnSpc>
              <a:spcAft>
                <a:spcPts val="1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Design and implement a C program that creates multiple threads to perform concurrent tasks efficiently.</a:t>
            </a:r>
          </a:p>
          <a:p>
            <a:pPr marL="228600" indent="-228600" algn="l">
              <a:lnSpc>
                <a:spcPct val="125000"/>
              </a:lnSpc>
              <a:spcAft>
                <a:spcPts val="1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Identify critical sections in shared data access and use mutex locks to prevent race conditions and ensure data consistency.</a:t>
            </a:r>
          </a:p>
          <a:p>
            <a:pPr marL="228600" indent="-228600" algn="l">
              <a:lnSpc>
                <a:spcPct val="125000"/>
              </a:lnSpc>
              <a:spcAft>
                <a:spcPts val="1400"/>
              </a:spcAft>
              <a:buFont typeface="Arial"/>
              <a:buChar char="•"/>
            </a:pPr>
            <a:r>
              <a:rPr sz="2000">
                <a:solidFill>
                  <a:srgbClr val="000000"/>
                </a:solidFill>
                <a:latin typeface="Calibri"/>
              </a:rPr>
              <a:t>Evaluate thread synchronization and thread joining, and demonstrate correct, thread-safe program execution on Linux.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6040" y="1508760"/>
            <a:ext cx="8869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Developed in C on a Linux (Ubuntu) platform using the GCC compiler.</a:t>
            </a:r>
          </a:p>
          <a:p>
            <a:pPr marL="228600" indent="-228600" algn="l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Main program creates a fixed number of worker threads via pthread_create(), each running a common thread function.</a:t>
            </a:r>
          </a:p>
          <a:p>
            <a:pPr marL="228600" indent="-228600" algn="l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All threads share the process address space and access a common shared resource (e.g., shared counter or array).</a:t>
            </a:r>
          </a:p>
          <a:p>
            <a:pPr marL="228600" indent="-228600" algn="l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A pthread_mutex_t protects the critical section — locked before and unlocked immediately after accessing shared data.</a:t>
            </a:r>
          </a:p>
          <a:p>
            <a:pPr marL="228600" indent="-228600" algn="l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Main thread waits for all workers via pthread_join(), then verifies the final, consistent value of the shared resource.</a:t>
            </a:r>
          </a:p>
          <a:p>
            <a:pPr marL="228600" indent="-228600" algn="l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700">
                <a:solidFill>
                  <a:srgbClr val="000000"/>
                </a:solidFill>
                <a:latin typeface="Calibri"/>
              </a:rPr>
              <a:t>Behaviour is tested and compared with and without mutex protection to demonstrate the effect of synchronization.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OS Concepts / Linux APIs Used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23760"/>
              </a:tblGrid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OS Concept / Linux API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 in the Project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Process &amp; Thread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Creating and managing multiple threads within a single Linux process using Pthreads.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pthread_create()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Creates new threads that execute a function concurrently with the main thread.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pthread_join()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Main thread waits for worker threads to finish, ensuring synchronized program flow.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Mutex (pthread_mutex_t)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Implements mutual exclusion so only one thread accesses a critical section at a time.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pthread_mutex_lock()/unlock()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Locks and unlocks the critical section around shared data, preventing race conditions.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Critical Section &amp; Race Condition Handling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Shows how uncontrolled concurrent access corrupts results and how synchronization fixes it.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Tools, Platforms &amp; Software Used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4173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583680"/>
              </a:tblGrid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 / Platform / Software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Linux / Ubuntu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Operating system platform on which the application is developed, compiled and executed.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 / C++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Programming language used for thread creation, mutex synchronization and application logic.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POSIX Threads (Pthreads) Library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Provides the API (pthread_create, pthread_join, pthread_mutex_lock/unlock, etc.).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GCC Compiler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Compiles the C source into an executable, linked with the pthread library (-lpthread).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VS Code / GDB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Used as the code editor and debugger for writing, testing and debugging the application.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System Architecture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7C0467B-10ED-0439-355C-AB546904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4128EC-BFB0-E687-111E-633D5D57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8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626864" y="1417320"/>
            <a:ext cx="2926080" cy="54864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Main Thread (main())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9904" y="1965960"/>
            <a:ext cx="0" cy="41148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1984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06060"/>
                </a:solidFill>
                <a:latin typeface="Calibri"/>
              </a:rPr>
              <a:t>pthread_create()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9384" y="2788920"/>
            <a:ext cx="2468880" cy="594360"/>
          </a:xfrm>
          <a:prstGeom prst="roundRect">
            <a:avLst/>
          </a:prstGeom>
          <a:solidFill>
            <a:srgbClr val="8B1A1A"/>
          </a:solidFill>
          <a:ln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Worker Thread 1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163824" y="2377440"/>
            <a:ext cx="2926080" cy="41148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55464" y="2788920"/>
            <a:ext cx="2468880" cy="594360"/>
          </a:xfrm>
          <a:prstGeom prst="roundRect">
            <a:avLst/>
          </a:prstGeom>
          <a:solidFill>
            <a:srgbClr val="8B1A1A"/>
          </a:solidFill>
          <a:ln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Worker Thread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" y="2377440"/>
            <a:ext cx="0" cy="41148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81544" y="2788920"/>
            <a:ext cx="2468880" cy="594360"/>
          </a:xfrm>
          <a:prstGeom prst="roundRect">
            <a:avLst/>
          </a:prstGeom>
          <a:solidFill>
            <a:srgbClr val="8B1A1A"/>
          </a:solidFill>
          <a:ln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Worker Thread 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2377440"/>
            <a:ext cx="2926080" cy="41148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63824" y="3886200"/>
            <a:ext cx="5852160" cy="640080"/>
          </a:xfrm>
          <a:prstGeom prst="roundRect">
            <a:avLst/>
          </a:prstGeom>
          <a:solidFill>
            <a:srgbClr val="404040"/>
          </a:solidFill>
          <a:ln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Mutex Lock – Critical Section (Shared Resource)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63824" y="3383280"/>
            <a:ext cx="2926080" cy="50292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9904" y="3383280"/>
            <a:ext cx="0" cy="50292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9904" y="3383280"/>
            <a:ext cx="2926080" cy="50292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9904" y="4526280"/>
            <a:ext cx="0" cy="502920"/>
          </a:xfrm>
          <a:prstGeom prst="line">
            <a:avLst/>
          </a:prstGeom>
          <a:ln w="2540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6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06060"/>
                </a:solidFill>
                <a:latin typeface="Calibri"/>
              </a:rPr>
              <a:t>pthread_join()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78224" y="5029200"/>
            <a:ext cx="4023360" cy="54864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Consistent, Thread-Safe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Individual Contribution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94560"/>
                <a:gridCol w="7315200"/>
              </a:tblGrid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Roll Number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Student Name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Individual Responsibility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2520090170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 Svara Haasini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Designed the overall program structure, implemented thread creation using pthread_create(), and prepared the project documentation.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2520090227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B Sudharshini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Implemented the mutex locking mechanism (pthread_mutex_lock/unlock) to protect the critical section and tested for race conditions.</a:t>
                      </a:r>
                    </a:p>
                  </a:txBody>
                  <a:tcPr anchor="ctr">
                    <a:solidFill>
                      <a:srgbClr val="F5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2520090190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Sumanjali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Implemented thread joining logic using pthread_join(), verified output consistency, and handled debugging/testing on Linux.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Expected Outcome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6040" y="1554480"/>
            <a:ext cx="8869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 fully functional multithreaded Linux application that correctly creates, manages and synchronizes multiple POSIX threads.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Safe concurrent access to shared resources, with mutex locks successfully preventing race conditions.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Accurate and consistent final output verified across multiple program runs.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A clear comparison of inconsistent, unpredictable results without synchronization versus consistent, correct results with mutex-based synchronization.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>
                <a:solidFill>
                  <a:srgbClr val="000000"/>
                </a:solidFill>
                <a:latin typeface="Calibri"/>
              </a:rPr>
              <a:t>Practical, hands-on understanding of thread creation, critical sections, mutual exclusion and safe resource sharing in Linux.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CE24-E184-4609-AA44-1D31475DE58F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73" y="1287887"/>
            <a:ext cx="5334000" cy="4326429"/>
          </a:xfrm>
          <a:prstGeom prst="rect">
            <a:avLst/>
          </a:prstGeom>
        </p:spPr>
      </p:pic>
      <p:sp>
        <p:nvSpPr>
          <p:cNvPr id="6" name="AutoShape 4" descr="blob:https://web.whatsapp.com/4f8aa9a7-7498-468b-8b98-3fea360bbf8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blob:https://web.whatsapp.com/4f8aa9a7-7498-468b-8b98-3fea360bbf81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1287887"/>
            <a:ext cx="5249482" cy="44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2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CE24-E184-4609-AA44-1D31475DE58F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7" y="1184856"/>
            <a:ext cx="5457825" cy="47136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1" y="1184856"/>
            <a:ext cx="5302138" cy="471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7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6040" y="1645920"/>
            <a:ext cx="8869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Calibri"/>
              </a:rPr>
              <a:t>Multithreading improves performance and responsiveness on multi-core systems, but concurrent access to shared data introduces the risk of race conditions.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Calibri"/>
              </a:rPr>
              <a:t>Using POSIX threads together with mutex locks effectively synchronizes access to critical sections and guarantees thread safety.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Calibri"/>
              </a:rPr>
              <a:t>The project demonstrates core Operating Systems concepts – concurrency, critical sections and mutual exclusion – through a practical Linux implementation.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000000"/>
                </a:solidFill>
                <a:latin typeface="Calibri"/>
              </a:rPr>
              <a:t>It builds a strong foundation for developing more advanced concurrent and parallel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927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Gautami</vt:lpstr>
      <vt:lpstr>Times New Roman</vt:lpstr>
      <vt:lpstr>Office Theme</vt:lpstr>
      <vt:lpstr>       Operating system and system programming (25CS2104E)  Multithreaded Linux Application Using POSIX Threads and Mutexes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GANESH</cp:lastModifiedBy>
  <cp:revision>25</cp:revision>
  <dcterms:created xsi:type="dcterms:W3CDTF">2026-08-31T05:18:20Z</dcterms:created>
  <dcterms:modified xsi:type="dcterms:W3CDTF">2026-09-21T03:31:28Z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